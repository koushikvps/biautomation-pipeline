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CORE ASSURANCE · DATA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AI-Powered Data Platform
&amp; Test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0A0B0"/>
                </a:solidFill>
              </a:rPr>
              <a:t>13 autonomous AI agents. Two independent products. Self-healing. Self-maintaining.
From business requirement to deployed data model and tested Power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  Azure Synapse  </a:t>
            </a:r>
            <a:r>
              <a:rPr sz="1000" b="1">
                <a:solidFill>
                  <a:srgbClr val="FFE600"/>
                </a:solidFill>
              </a:rPr>
              <a:t>  Azure Data Factory  </a:t>
            </a:r>
            <a:r>
              <a:rPr sz="1000" b="1">
                <a:solidFill>
                  <a:srgbClr val="FFE600"/>
                </a:solidFill>
              </a:rPr>
              <a:t>  Azure AI Foundry  </a:t>
            </a:r>
            <a:r>
              <a:rPr sz="1000" b="1">
                <a:solidFill>
                  <a:srgbClr val="FFE600"/>
                </a:solidFill>
              </a:rPr>
              <a:t>  Playwright  </a:t>
            </a:r>
            <a:r>
              <a:rPr sz="1000" b="1">
                <a:solidFill>
                  <a:srgbClr val="FFE600"/>
                </a:solidFill>
              </a:rPr>
              <a:t>  Azure DevOps  </a:t>
            </a:r>
            <a:r>
              <a:rPr sz="1000" b="1">
                <a:solidFill>
                  <a:srgbClr val="FFE600"/>
                </a:solidFill>
              </a:rPr>
              <a:t>  Teams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47480"/>
                </a:solidFill>
              </a:rPr>
              <a:t>Assurance Datawarehouse  ·  Executive Briefing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Manual Data Engineering
Is the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0352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BI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2-3 weeks per medallion model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Manual SQL writing, review, deployment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Inconsistent naming and patterns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No automated validation before deploy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Knowledge siloed in individual engineers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Backlog grows faster than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30352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Power Apps &amp; Data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Test cases written manually over days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Click-through testing every release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No automated regression suites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Data quality discovered after incidents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No unified UI + data test framework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Bug reporting to ADO is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0362C"/>
                </a:solidFill>
              </a:rPr>
              <a:t>2-3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Weeks per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0362C"/>
                </a:solidFill>
              </a:rPr>
              <a:t>80%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Manual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0362C"/>
                </a:solidFill>
              </a:rPr>
              <a:t>0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Automated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One Story ID → Everything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0A0B0"/>
                </a:solidFill>
              </a:rPr>
              <a:t>Enter an Azure DevOps work item. 12 AI agents handle the 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32004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30352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Product 1: BI Pipeline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Story to deployed medallion model in minutes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AI generates Bronze / Silver / Gold SQL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ADF incremental load pipelines auto-created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AI Code Review (7 categories) before deploy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Human review gate with approve / decline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Self-healing on deployment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32004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303520" cy="45720"/>
          </a:xfrm>
          <a:prstGeom prst="rect">
            <a:avLst/>
          </a:prstGeom>
          <a:solidFill>
            <a:srgbClr val="00A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Product 2: Test Automation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AI routes stories to UI / Data / Both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Playwright drives browser on QA machine live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SQL data validation tests run server-side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Auto-creates ADO Test Plans, Cases, Bugs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Excel reports + Teams adaptive cards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Custom test categories managed in Web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13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55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HTTP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2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8521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1 Day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To Integrate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Measurable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95%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Reduction in Build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10x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Story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100%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Automated Validation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0040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Before (Manual)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After (AI Platform)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Time per medallion model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10-15 minutes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95% faster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Stories per sprint per engineer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10-20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10x throughput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Code review coverage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100% (7 categories)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Data quality validation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Post-incident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Every deployment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Proactive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Naming consistency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Team-dependent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Convention-enforced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Test creation time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Days per story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Minutes (AI-generated)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95% faster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Regression testing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Manual per release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Automated, replayable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2E2E38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50505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050"/>
                </a:solidFill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2E38"/>
                </a:solidFill>
              </a:rP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Two independent products. One shared infrastructure. Zero vendor lock-in.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Two Independent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0A0B0"/>
                </a:solidFill>
              </a:rPr>
              <a:t>Deploy, scale, and manage each product independently. Share infrastructure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Product 1: BI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Function App: {prefix}-{env}-func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44 HTTP Endpoints + 3 Timer Triggers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2 Orchestrators (story: 9 steps, fix: 8 steps)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7 AI Agents (incl. Discovery + Bug Fixer)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Ops Module: auto-pause, secret alerts, cleanup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Durable Task Hub: BiAutoHubV8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303520" cy="45720"/>
          </a:xfrm>
          <a:prstGeom prst="rect">
            <a:avLst/>
          </a:prstGeom>
          <a:solidFill>
            <a:srgbClr val="00A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Product 2: Test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Function App: {prefix}-{env}-test-func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11 HTTP Endpoints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1 Orchestrator (6 steps)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6 AI Agents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Durable Task Hub: BiAutoTestHubV1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E600"/>
                </a:solidFill>
              </a:rPr>
              <a:t>Shared: App Service Plan (EP1)  ·  Storage Account  ·  Key Vault  ·  App Insights  ·  Azure SQL  ·  Synapse  ·  Data Factory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PRODUCT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BI Pipeline — Agent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0A0B0"/>
                </a:solidFill>
              </a:rPr>
              <a:t>9-step story pipeline + 8-step bug fix pipeline. Self-correcting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74320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747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ADO Story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Fetch work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74320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Planner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Analyze +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4320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98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Review Gate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Human 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74320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Developer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Generate SQL + ADF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74320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 Review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7-category AI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4048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747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Pre-Validate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Syntax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404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84048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00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Deploy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Synapse + ADF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404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84048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00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Post-Validate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DQ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840480"/>
            <a:ext cx="137160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Healer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Self-fix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9831"/>
                </a:solidFill>
              </a:rPr>
              <a:t>↻  Self-Correcting Loop:  Bug Found → Bug Fixer Agent → AI Fix → Code Review → Re-Deploy → Re-Test → 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A0A0B0"/>
                </a:solidFill>
              </a:rPr>
              <a:t>“If a bug is found, the Bug Fixer Agent reads the ADO bug, generates corrected code, and re-deploys — no human coding required.”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PRODUCT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Test Automation — Agent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0A0B0"/>
                </a:solidFill>
              </a:rPr>
              <a:t>AI-powered testing for Power Apps (UI) and data warehouse (SQL). Routes intelligently.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747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Story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Any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260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Router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UI / Data / 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Test Planner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Gen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9260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FFE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Generator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Playwright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260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00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Executor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Run on QA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26080"/>
            <a:ext cx="274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E60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2926080"/>
            <a:ext cx="1645920" cy="731520"/>
          </a:xfrm>
          <a:prstGeom prst="roundRect">
            <a:avLst/>
          </a:prstGeom>
          <a:solidFill>
            <a:srgbClr val="333340"/>
          </a:solidFill>
          <a:ln w="25400">
            <a:solidFill>
              <a:srgbClr val="00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Reporter</a:t>
            </a:r>
          </a:p>
          <a:p>
            <a:pPr algn="ctr"/>
            <a:r>
              <a:rPr sz="800">
                <a:solidFill>
                  <a:srgbClr val="747480"/>
                </a:solidFill>
              </a:rPr>
              <a:t>ADO + Excel +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3291840" cy="45720"/>
          </a:xfrm>
          <a:prstGeom prst="rect">
            <a:avLst/>
          </a:prstGeom>
          <a:solidFill>
            <a:srgbClr val="00A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UI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QA watches agent drive Edge in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real-time. Headed mode, visible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clicks, live streaming to Web UI.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206240"/>
            <a:ext cx="3291840" cy="45720"/>
          </a:xfrm>
          <a:prstGeom prst="rect">
            <a:avLst/>
          </a:prstGeom>
          <a:solidFill>
            <a:srgbClr val="188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SQL validation: row counts, nulls,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duplicates, referential integrity,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cross-layer consistency. Server-side.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4206240"/>
            <a:ext cx="3291840" cy="45720"/>
          </a:xfrm>
          <a:prstGeom prst="rect">
            <a:avLst/>
          </a:prstGeom>
          <a:solidFill>
            <a:srgbClr val="7D3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Auto-creates ADO Test Plans +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Cases + Runs. Files bugs. Excel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workbook + Teams adaptive 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2E2E38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50505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050"/>
                </a:solidFill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2E38"/>
                </a:solidFill>
              </a:rPr>
              <a:t>Integration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Plug into the platform you already have. No rip-and-replace. No migration.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INTEGRATION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Your Platform. Our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0A0B0"/>
                </a:solidFill>
              </a:rPr>
              <a:t>Enterprise teams already have mature data platforms. They don't need another one. They need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03520" cy="32004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What Competitors Ask You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Migrate to their platform (Fabric, Informatica)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Learn their proprietary interface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Replace your CI/CD with theirs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Abandon your naming conventions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Re-train your engineering team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❌ 6-12 month implementation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03520" cy="32004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30352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What We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Connect to your existing Synapse, ADF, ADLS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Auto-detect your naming conventions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Generate code that matches your style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Deliver through your CI/CD as a PR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Your engineers review, your pipeline deploys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Day 1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INTEGRATION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Four-Step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74320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274320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Step 1: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Discovery Agent scans your Synapse (schemas, tables, views, procs, distributions), ADF (pipelines, datasets, triggers), and ADLS (folders, formats). 10-15 min, fully automated.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274320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74320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Step 2: Learn Conventions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Convention Adapter auto-detects naming patterns: prefixes, case, schema purposes, distributions. Rules generated, you can override.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86000"/>
            <a:ext cx="274320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286000"/>
            <a:ext cx="274320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Step 3: Submit Stories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Same workflow. Planner and Developer now use YOUR catalog and YOUR conventions. Generated SQL looks like your team wrote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286000"/>
            <a:ext cx="2743200" cy="2926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286000"/>
            <a:ext cx="274320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4688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Step 4: Receive 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8346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Artifacts delivered as Pull Request to your ADO repo. Your team reviews. Your CI/CD deploys. Your governance stays intact.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A0A0B0"/>
                </a:solidFill>
              </a:rPr>
              <a:t>“It already knows our naming conventions, our folder structure, our pipeline patterns. The SQL it generated looks like our team wrote it.”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INTEGRATION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Auto-Detected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0A0B0"/>
                </a:solidFill>
              </a:rPr>
              <a:t>The Discovery Agent reads your environment and generates rules. All agents follow them.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03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Effect on Generated Code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Naming case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raw_customer_orders detected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All objects use snake_case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Table prefix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80% of tables start with tbl_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Generated tables get tbl_ prefix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View prefix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90% of views start with vw_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Generated views get vw_ prefix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Bronze schema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Schema [raw] has external tables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Bronze layer targets [raw]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Silver schema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Schema [cleansed] has tables + procs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Silver layer targets [cleansed]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Gold schema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Schema [analytics] is view-heavy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Gold layer targets [analytics]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Distribution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70% use HASH distribution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Default distribution set to HASH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ADF naming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Pipelines follow pl_{src}_{tgt}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Generated pipelines match pattern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Delivery mode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Client has CI/CD pipeline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Artifacts delivered as PR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PLATFORM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Three Modes, One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Greenfield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Brownfield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Integration Mode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New platform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Our existing deploy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Client's existing platform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Check existing tables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Full environment scan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Conventions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Our defaults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Our conventions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Client's auto-detected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Direct deploy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Direct deploy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Pull Request to client repo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Schema names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bronze/silver/gold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bronze/silver/gold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Client's actual names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Our pipeline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Our pipeline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Client's existing CI/CD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None (new)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Low (additive)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Minimal (PR review gate)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Deploy infra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Deploy code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Connect + Discover (1 day)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2E2E38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50505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050"/>
                </a:solidFill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2E38"/>
                </a:solidFill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How we compare to every alternative on the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Feature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097280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Our Platform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Fabric Copilot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Informatica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dbt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Coalesce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Matillion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Prophecy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Story-to-SQL automation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Full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Partial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Medallion architecture gen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Full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Manual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Manual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Manual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Manual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Existing environment scan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Full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Catalog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Auto-detect conventions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Full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Multi-agent SDLC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13 agents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Specialized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Self-healing pipeline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Yes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PR delivery mode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Yes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CI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Git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Git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Azure Synapse native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Yes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Fabric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Connector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Adapter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Yes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Test automation (UI+Data)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Full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Data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Works with existing stack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● Day 1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○ Migrate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6-12mo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Weeks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Weeks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Weeks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A0A0B0"/>
                          </a:solidFill>
                        </a:defRPr>
                      </a:pPr>
                      <a:r>
                        <a:t>◐ Weeks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COMPETITIVE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Why Not the Alternatives?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03520" cy="22860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Microsoft Fabric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Smart autocomplete, not autonomous.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Requires F64 capacity ($5K+/mo).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Must migrate from Synapse to Fabric.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 copilot helps you type. We do the typing.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03520" cy="22860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Informatica CLAIRE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Governance platform, not warehouse automation.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$200K-$500K+ Year 1. 6-12 month implementation.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CLAIRE Agents don't write Synapse DDL.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 governance tool. We're a dev accelerator.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530352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dbt / Coalesce / Matillion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Frameworks for organizing manual work.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You still write every SQL model / drag every node.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No AI generation from business requirements.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Better tooling for engineers. We eliminate the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754880"/>
            <a:ext cx="530352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754880"/>
            <a:ext cx="5303520" cy="45720"/>
          </a:xfrm>
          <a:prstGeom prst="rect">
            <a:avLst/>
          </a:prstGeom>
          <a:solidFill>
            <a:srgbClr val="E03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Build It Yourself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3-5 engineers, 6-12 months, $500K-$1M.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LLM call is 10%. Orchestration + Synapse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quirks + self-healing is the other 90%.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We've already built it. 13 agents. 55 endpoints.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Cost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Year 1 Cost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Annual Ongoing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E600"/>
                          </a:solidFill>
                        </a:defRPr>
                      </a:pPr>
                      <a:r>
                        <a:t>Migration Required?</a:t>
                      </a:r>
                    </a:p>
                  </a:txBody>
                  <a:tcPr>
                    <a:solidFill>
                      <a:srgbClr val="3333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⭐ Our Platform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$500-1,500/mo Azure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Fabric Copilot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$60K+ (F64 capacity)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$60K+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3-6 months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Yes (to Fabric)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Informatica CLAIRE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$200K-500K+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$150K+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6-12 months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Yes (IDMC platform)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dbt Cloud Enterprise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$50K+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$50K+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1-3 months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New runtime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Coalesce Enterprise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$30K+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$30K+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1-3 months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New platform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Matillion Enterprise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$40K-100K+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$40K+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1-3 months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New runtime</a:t>
                      </a:r>
                    </a:p>
                  </a:txBody>
                  <a:tcPr>
                    <a:solidFill>
                      <a:srgbClr val="2222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Internal Build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$500K-1M (engineers)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$200K+ maintenance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6-12 months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0A0B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FFE600"/>
                </a:solidFill>
              </a:rPr>
              <a:t>“The only solution that costs nothing beyond Azure infrastructure, requires no migration, and delivers value on Day 1.”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2E2E38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50505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05050"/>
                </a:solidFill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2E38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Built entirely on Azure. No third-party platforms. No vendor lock-in.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Azure Resource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0A0B0"/>
                </a:solidFill>
              </a:rPr>
              <a:t>13 resource types. All deployed via Bicep IaC. Single az deployment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Synapse Dedicated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DW100c · Medallion DW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Function App (BI)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Premium EP1 · 44 endpoints + 3 timers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Function App (Test)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Shared EP1 · 11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9204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Azure SQL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Config DB + Source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69279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669279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5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Key Vault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17919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Secrets + RBAC for all identities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56032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56032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ADLS Gen2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0896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Bronze data lake + artifacts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33756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520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8620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Incremental load pipelines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1480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1480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AI 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Phi-4 model · LLM for all agents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892040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892040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074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App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40680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Telemetry + monitoring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669279"/>
            <a:ext cx="5303520" cy="64008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669279"/>
            <a:ext cx="530352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85215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Log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217919"/>
            <a:ext cx="49377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90-day centralized logs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ENTERPRISE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Security &amp;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29184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Zero Secrets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All credentials in Key Vault. Managed Identity for service-to-service. No passwords in config or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0312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2103120"/>
            <a:ext cx="329184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SQL Injection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All dynamic SQL sanitized. Parameterized queries. Input validation at every endpoint.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10312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103120"/>
            <a:ext cx="329184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Human Review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AI generates, humans approve. Every pipeline pauses for review before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329184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Every execution logged: timestamp, user, story ID, artifacts, validation scores, deploy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3360" y="4206240"/>
            <a:ext cx="3291840" cy="457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RBAC + TLS 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Managed identities with least-privilege. HTTPS-only. FTPS disabled. Function key auth.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206240"/>
            <a:ext cx="3291840" cy="182880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4206240"/>
            <a:ext cx="329184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PR Delivery for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Integration Mode delivers through client's change management. PR = audit trail + sign-off.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E600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38912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45720"/>
          </a:xfrm>
          <a:prstGeom prst="rect">
            <a:avLst/>
          </a:prstGeom>
          <a:solidFill>
            <a:srgbClr val="00A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Delivered (POC — v6.0)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13 AI agents across 2 products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Greenfield + Brownfield + Integration Mode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Discovery Agent + Convention Adapter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Self-correcting Bug Fixer loop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Ops Module (auto-pause, secrets, cleanup)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Human review gate + Cancel flow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Teams adaptive card notifications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UI + Data test automation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Web UI with 16 pages (incl. Ops Dashboard)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✅ 127 unit tests, full Bicep IaC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3474720" cy="438912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474720" cy="45720"/>
          </a:xfrm>
          <a:prstGeom prst="rect">
            <a:avLst/>
          </a:prstGeom>
          <a:solidFill>
            <a:srgbClr val="00A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Phase 2: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Multi-tenant SaaS deployment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Power BI report auto-generation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Databricks / Snowflake support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Advanced semantic layer (metrics, KPIs)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Git-based artifact version control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Role-based Web UI access control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Custom LLM fine-tuning on client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3474720" cy="4389120"/>
          </a:xfrm>
          <a:prstGeom prst="roundRect">
            <a:avLst/>
          </a:prstGeom>
          <a:solidFill>
            <a:srgbClr val="333340"/>
          </a:solidFill>
          <a:ln w="12700">
            <a:solidFill>
              <a:srgbClr val="444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474720" cy="45720"/>
          </a:xfrm>
          <a:prstGeom prst="rect">
            <a:avLst/>
          </a:prstGeom>
          <a:solidFill>
            <a:srgbClr val="7D3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Phase 3: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Multi-cloud (AWS Redshift, GCP BigQuery)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Azure Marketplace listing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Self-service onboarding portal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AI-driven performance optimization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Real-time streaming pipeline support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Industry-specific templates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A0B0"/>
                </a:solidFill>
              </a:rPr>
              <a:t>◉ EY Consulting marketplace listing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FFE600"/>
                </a:solidFill>
              </a:rPr>
              <a:t>EY</a:t>
            </a:r>
          </a:p>
          <a:p>
            <a:pPr algn="r"/>
            <a:r>
              <a:rPr sz="700">
                <a:solidFill>
                  <a:srgbClr val="747480"/>
                </a:solidFill>
              </a:rPr>
              <a:t>Building a better working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Every other tool helps your
engineers work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E600"/>
                </a:solidFill>
              </a:rPr>
              <a:t>We do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13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0233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55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E600"/>
                </a:solidFill>
              </a:rPr>
              <a:t>3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Deploy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0233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1 Day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To Integrate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02336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A76D"/>
                </a:solidFill>
              </a:rPr>
              <a:t>$0</a:t>
            </a:r>
          </a:p>
          <a:p>
            <a:pPr algn="ctr"/>
            <a:r>
              <a:rPr sz="1100">
                <a:solidFill>
                  <a:srgbClr val="A0A0B0"/>
                </a:solidFill>
              </a:rPr>
              <a:t>New 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0A0B0"/>
                </a:solidFill>
              </a:rPr>
              <a:t>“Your platform. Your conventions. Your CI/CD. Our intelligence.”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47480"/>
                </a:solidFill>
              </a:rPr>
              <a:t>EY Core Assurance  ·  Data &amp; Analytics  ·  AI Automation Practice
Ready for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